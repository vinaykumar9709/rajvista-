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2"/>
  </p:notesMasterIdLst>
  <p:handoutMasterIdLst>
    <p:handoutMasterId r:id="rId13"/>
  </p:handoutMasterIdLst>
  <p:sldIdLst>
    <p:sldId id="269" r:id="rId2"/>
    <p:sldId id="274" r:id="rId3"/>
    <p:sldId id="270" r:id="rId4"/>
    <p:sldId id="272" r:id="rId5"/>
    <p:sldId id="273" r:id="rId6"/>
    <p:sldId id="278" r:id="rId7"/>
    <p:sldId id="275" r:id="rId8"/>
    <p:sldId id="276" r:id="rId9"/>
    <p:sldId id="277" r:id="rId10"/>
    <p:sldId id="27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D17E9E-1B4A-4362-83B4-6B9DC98B55C9}" v="1" dt="2026-03-23T17:01:27.517"/>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3" d="2"/>
        <a:sy n="3" d="2"/>
      </p:scale>
      <p:origin x="0" y="0"/>
    </p:cViewPr>
  </p:notesTextViewPr>
  <p:notesViewPr>
    <p:cSldViewPr snapToGrid="0" showGuides="1">
      <p:cViewPr varScale="1">
        <p:scale>
          <a:sx n="76" d="100"/>
          <a:sy n="76" d="100"/>
        </p:scale>
        <p:origin x="168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kumar" userId="640f67c3acf138bd" providerId="LiveId" clId="{2D9318BF-5548-4624-811C-DCD9859971F9}"/>
    <pc:docChg chg="custSel addSld modSld">
      <pc:chgData name="vinay kumar" userId="640f67c3acf138bd" providerId="LiveId" clId="{2D9318BF-5548-4624-811C-DCD9859971F9}" dt="2026-03-23T17:02:32.462" v="46" actId="1076"/>
      <pc:docMkLst>
        <pc:docMk/>
      </pc:docMkLst>
      <pc:sldChg chg="addSp delSp modSp new mod">
        <pc:chgData name="vinay kumar" userId="640f67c3acf138bd" providerId="LiveId" clId="{2D9318BF-5548-4624-811C-DCD9859971F9}" dt="2026-03-23T17:02:32.462" v="46" actId="1076"/>
        <pc:sldMkLst>
          <pc:docMk/>
          <pc:sldMk cId="3556569145" sldId="279"/>
        </pc:sldMkLst>
        <pc:spChg chg="del">
          <ac:chgData name="vinay kumar" userId="640f67c3acf138bd" providerId="LiveId" clId="{2D9318BF-5548-4624-811C-DCD9859971F9}" dt="2026-03-23T17:00:56.089" v="1" actId="478"/>
          <ac:spMkLst>
            <pc:docMk/>
            <pc:sldMk cId="3556569145" sldId="279"/>
            <ac:spMk id="2" creationId="{60178617-7C61-4FFB-CBA4-6EC98C90CA60}"/>
          </ac:spMkLst>
        </pc:spChg>
        <pc:spChg chg="del">
          <ac:chgData name="vinay kumar" userId="640f67c3acf138bd" providerId="LiveId" clId="{2D9318BF-5548-4624-811C-DCD9859971F9}" dt="2026-03-23T17:01:03.173" v="2" actId="478"/>
          <ac:spMkLst>
            <pc:docMk/>
            <pc:sldMk cId="3556569145" sldId="279"/>
            <ac:spMk id="3" creationId="{D66BAED6-73E8-E1A0-B805-3AC4E4E01769}"/>
          </ac:spMkLst>
        </pc:spChg>
        <pc:spChg chg="del mod">
          <ac:chgData name="vinay kumar" userId="640f67c3acf138bd" providerId="LiveId" clId="{2D9318BF-5548-4624-811C-DCD9859971F9}" dt="2026-03-23T17:01:08.842" v="4" actId="478"/>
          <ac:spMkLst>
            <pc:docMk/>
            <pc:sldMk cId="3556569145" sldId="279"/>
            <ac:spMk id="4" creationId="{F2A242CD-9178-E505-B427-B6299FDE946F}"/>
          </ac:spMkLst>
        </pc:spChg>
        <pc:spChg chg="add mod">
          <ac:chgData name="vinay kumar" userId="640f67c3acf138bd" providerId="LiveId" clId="{2D9318BF-5548-4624-811C-DCD9859971F9}" dt="2026-03-23T17:02:32.462" v="46" actId="1076"/>
          <ac:spMkLst>
            <pc:docMk/>
            <pc:sldMk cId="3556569145" sldId="279"/>
            <ac:spMk id="5" creationId="{62045812-DC7B-46DB-18F7-71C2C00013D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DF4E22-E98E-4F6B-977F-447F402EDE8D}" type="datetimeFigureOut">
              <a:rPr lang="en-US" smtClean="0"/>
              <a:t>3/23/2026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DC7F4F-41CA-4B09-9309-82952A673BCD}" type="slidenum">
              <a:rPr lang="en-US" smtClean="0"/>
              <a:t>‹#›</a:t>
            </a:fld>
            <a:endParaRPr lang="en-US"/>
          </a:p>
        </p:txBody>
      </p:sp>
    </p:spTree>
    <p:extLst>
      <p:ext uri="{BB962C8B-B14F-4D97-AF65-F5344CB8AC3E}">
        <p14:creationId xmlns:p14="http://schemas.microsoft.com/office/powerpoint/2010/main" val="1899143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02AA3D-838A-4524-93AE-BB6F4B6FC72A}"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45297-9661-4111-AC4D-7C1869DFF06C}" type="slidenum">
              <a:rPr lang="en-US" smtClean="0"/>
              <a:t>‹#›</a:t>
            </a:fld>
            <a:endParaRPr lang="en-US"/>
          </a:p>
        </p:txBody>
      </p:sp>
    </p:spTree>
    <p:extLst>
      <p:ext uri="{BB962C8B-B14F-4D97-AF65-F5344CB8AC3E}">
        <p14:creationId xmlns:p14="http://schemas.microsoft.com/office/powerpoint/2010/main" val="419294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1400"/>
            <a:ext cx="9144000" cy="2387600"/>
          </a:xfrm>
        </p:spPr>
        <p:txBody>
          <a:bodyPr anchor="b"/>
          <a:lstStyle>
            <a:lvl1pPr algn="ctr">
              <a:defRPr sz="6000">
                <a:solidFill>
                  <a:schemeClr val="tx1"/>
                </a:solidFill>
              </a:defRPr>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solidFill>
                  <a:schemeClr val="tx1"/>
                </a:solidFill>
              </a:defRPr>
            </a:lvl1pPr>
          </a:lstStyle>
          <a:p>
            <a:fld id="{F9C73D9D-BEC1-4A36-A912-403F7B61D841}" type="datetime1">
              <a:rPr lang="en-US" smtClean="0"/>
              <a:t>3/23/2026</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Add a footer</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92FB8604-3E91-4806-A5CC-428F0C480F73}" type="slidenum">
              <a:rPr lang="en-US" smtClean="0"/>
              <a:pPr/>
              <a:t>‹#›</a:t>
            </a:fld>
            <a:endParaRPr lang="en-US"/>
          </a:p>
        </p:txBody>
      </p:sp>
    </p:spTree>
    <p:extLst>
      <p:ext uri="{BB962C8B-B14F-4D97-AF65-F5344CB8AC3E}">
        <p14:creationId xmlns:p14="http://schemas.microsoft.com/office/powerpoint/2010/main" val="259946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60575F1-C798-4463-ADA9-541C94461F29}" type="datetime1">
              <a:rPr lang="en-US" smtClean="0"/>
              <a:t>3/23/2026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3042773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62262"/>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Date Placeholder 3"/>
          <p:cNvSpPr>
            <a:spLocks noGrp="1"/>
          </p:cNvSpPr>
          <p:nvPr>
            <p:ph type="dt" sz="half" idx="10"/>
          </p:nvPr>
        </p:nvSpPr>
        <p:spPr/>
        <p:txBody>
          <a:bodyPr/>
          <a:lstStyle/>
          <a:p>
            <a:fld id="{E126DD13-DF4B-4719-A326-B4861EB71C66}" type="datetime1">
              <a:rPr lang="en-US" smtClean="0"/>
              <a:t>3/23/2026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122333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E071DC53-4A94-4E7C-8BA7-C3E988DA2C17}" type="datetime1">
              <a:rPr lang="en-US" smtClean="0"/>
              <a:t>3/23/2026</a:t>
            </a:fld>
            <a:endParaRPr lang="en-US"/>
          </a:p>
        </p:txBody>
      </p:sp>
      <p:sp>
        <p:nvSpPr>
          <p:cNvPr id="6" name="Footer Placeholder 5"/>
          <p:cNvSpPr>
            <a:spLocks noGrp="1"/>
          </p:cNvSpPr>
          <p:nvPr>
            <p:ph type="ftr" sz="quarter" idx="11"/>
          </p:nvPr>
        </p:nvSpPr>
        <p:spPr/>
        <p:txBody>
          <a:bodyPr/>
          <a:lstStyle/>
          <a:p>
            <a:r>
              <a:rPr lang="en-US"/>
              <a:t>Add a footer</a:t>
            </a:r>
          </a:p>
        </p:txBody>
      </p:sp>
      <p:sp>
        <p:nvSpPr>
          <p:cNvPr id="7" name="Slide Number Placeholder 6"/>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2317092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1850" y="274638"/>
            <a:ext cx="10515600" cy="1143000"/>
          </a:xfrm>
        </p:spPr>
        <p:txBody>
          <a:bodyPr/>
          <a:lstStyle/>
          <a:p>
            <a:r>
              <a:rPr lang="en-GB"/>
              <a:t>Click to edit Master title style</a:t>
            </a:r>
            <a:endParaRPr lang="en-US"/>
          </a:p>
        </p:txBody>
      </p:sp>
      <p:sp>
        <p:nvSpPr>
          <p:cNvPr id="3" name="Text Placeholder 2"/>
          <p:cNvSpPr>
            <a:spLocks noGrp="1"/>
          </p:cNvSpPr>
          <p:nvPr>
            <p:ph type="body" idx="1"/>
          </p:nvPr>
        </p:nvSpPr>
        <p:spPr>
          <a:xfrm>
            <a:off x="831850"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1850" y="2193925"/>
            <a:ext cx="5156200" cy="3978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89663"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89663" y="2193925"/>
            <a:ext cx="5157787" cy="3978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E79912A-DA7D-4888-BF1A-FFA8B711273B}" type="datetime1">
              <a:rPr lang="en-US" smtClean="0"/>
              <a:t>3/23/2026</a:t>
            </a:fld>
            <a:endParaRPr lang="en-US"/>
          </a:p>
        </p:txBody>
      </p:sp>
      <p:sp>
        <p:nvSpPr>
          <p:cNvPr id="8" name="Footer Placeholder 7"/>
          <p:cNvSpPr>
            <a:spLocks noGrp="1"/>
          </p:cNvSpPr>
          <p:nvPr>
            <p:ph type="ftr" sz="quarter" idx="11"/>
          </p:nvPr>
        </p:nvSpPr>
        <p:spPr/>
        <p:txBody>
          <a:bodyPr/>
          <a:lstStyle/>
          <a:p>
            <a:r>
              <a:rPr lang="en-US"/>
              <a:t>Add a footer</a:t>
            </a:r>
          </a:p>
        </p:txBody>
      </p:sp>
      <p:sp>
        <p:nvSpPr>
          <p:cNvPr id="9" name="Slide Number Placeholder 8"/>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1970202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A51F66FA-4CB5-42BA-9ECC-EDEC67A1D389}" type="datetime1">
              <a:rPr lang="en-US" smtClean="0"/>
              <a:t>3/23/2026</a:t>
            </a:fld>
            <a:endParaRPr lang="en-US"/>
          </a:p>
        </p:txBody>
      </p:sp>
      <p:sp>
        <p:nvSpPr>
          <p:cNvPr id="4" name="Footer Placeholder 3"/>
          <p:cNvSpPr>
            <a:spLocks noGrp="1"/>
          </p:cNvSpPr>
          <p:nvPr>
            <p:ph type="ftr" sz="quarter" idx="11"/>
          </p:nvPr>
        </p:nvSpPr>
        <p:spPr/>
        <p:txBody>
          <a:bodyPr/>
          <a:lstStyle/>
          <a:p>
            <a:r>
              <a:rPr lang="en-US"/>
              <a:t>Add a footer</a:t>
            </a:r>
          </a:p>
        </p:txBody>
      </p:sp>
      <p:sp>
        <p:nvSpPr>
          <p:cNvPr id="5" name="Slide Number Placeholder 4"/>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3205598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567B65-FBBA-46B4-B227-600DAFCC8EF0}" type="datetime1">
              <a:rPr lang="en-US" smtClean="0"/>
              <a:t>3/23/2026</a:t>
            </a:fld>
            <a:endParaRPr lang="en-US"/>
          </a:p>
        </p:txBody>
      </p:sp>
      <p:sp>
        <p:nvSpPr>
          <p:cNvPr id="3" name="Footer Placeholder 2"/>
          <p:cNvSpPr>
            <a:spLocks noGrp="1"/>
          </p:cNvSpPr>
          <p:nvPr>
            <p:ph type="ftr" sz="quarter" idx="11"/>
          </p:nvPr>
        </p:nvSpPr>
        <p:spPr/>
        <p:txBody>
          <a:bodyPr/>
          <a:lstStyle/>
          <a:p>
            <a:r>
              <a:rPr lang="en-US"/>
              <a:t>Add a footer</a:t>
            </a:r>
          </a:p>
        </p:txBody>
      </p:sp>
      <p:sp>
        <p:nvSpPr>
          <p:cNvPr id="4" name="Slide Number Placeholder 3"/>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2820598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EC15529-BE6B-4FAF-92A8-E67316B287FA}" type="datetime1">
              <a:rPr lang="en-US" smtClean="0"/>
              <a:t>3/23/2026</a:t>
            </a:fld>
            <a:endParaRPr lang="en-US"/>
          </a:p>
        </p:txBody>
      </p:sp>
      <p:sp>
        <p:nvSpPr>
          <p:cNvPr id="6" name="Footer Placeholder 5"/>
          <p:cNvSpPr>
            <a:spLocks noGrp="1"/>
          </p:cNvSpPr>
          <p:nvPr>
            <p:ph type="ftr" sz="quarter" idx="11"/>
          </p:nvPr>
        </p:nvSpPr>
        <p:spPr/>
        <p:txBody>
          <a:bodyPr/>
          <a:lstStyle/>
          <a:p>
            <a:r>
              <a:rPr lang="en-US"/>
              <a:t>Add a footer</a:t>
            </a:r>
          </a:p>
        </p:txBody>
      </p:sp>
      <p:sp>
        <p:nvSpPr>
          <p:cNvPr id="7" name="Slide Number Placeholder 6"/>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111326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6F7DF48A-15DE-4D33-B881-E4E92245926D}" type="datetime1">
              <a:rPr lang="en-US" smtClean="0"/>
              <a:t>3/23/2026</a:t>
            </a:fld>
            <a:endParaRPr lang="en-US"/>
          </a:p>
        </p:txBody>
      </p:sp>
      <p:sp>
        <p:nvSpPr>
          <p:cNvPr id="6" name="Footer Placeholder 5"/>
          <p:cNvSpPr>
            <a:spLocks noGrp="1"/>
          </p:cNvSpPr>
          <p:nvPr>
            <p:ph type="ftr" sz="quarter" idx="11"/>
          </p:nvPr>
        </p:nvSpPr>
        <p:spPr/>
        <p:txBody>
          <a:bodyPr/>
          <a:lstStyle/>
          <a:p>
            <a:r>
              <a:rPr lang="en-US"/>
              <a:t>Add a footer</a:t>
            </a:r>
          </a:p>
        </p:txBody>
      </p:sp>
      <p:sp>
        <p:nvSpPr>
          <p:cNvPr id="7" name="Slide Number Placeholder 6"/>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349434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E0D7670-55F0-4C01-BDA5-393F3358D0D1}" type="datetime1">
              <a:rPr lang="en-US" smtClean="0"/>
              <a:t>3/23/2026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1475257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EF570A4-2E99-4A4B-A2AC-4D556C089130}" type="datetime1">
              <a:rPr lang="en-US" smtClean="0"/>
              <a:t>3/23/2026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92FB8604-3E91-4806-A5CC-428F0C480F73}" type="slidenum">
              <a:rPr lang="en-US" smtClean="0"/>
              <a:t>‹#›</a:t>
            </a:fld>
            <a:endParaRPr lang="en-US"/>
          </a:p>
        </p:txBody>
      </p:sp>
    </p:spTree>
    <p:extLst>
      <p:ext uri="{BB962C8B-B14F-4D97-AF65-F5344CB8AC3E}">
        <p14:creationId xmlns:p14="http://schemas.microsoft.com/office/powerpoint/2010/main" val="329274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fld id="{889459B6-5D04-429A-B7FB-48F7063307D2}" type="datetime1">
              <a:rPr lang="en-US" smtClean="0"/>
              <a:pPr/>
              <a:t>3/23/2026</a:t>
            </a:fld>
            <a:endParaRPr lang="en-US" dirty="0"/>
          </a:p>
        </p:txBody>
      </p:sp>
      <p:sp>
        <p:nvSpPr>
          <p:cNvPr id="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100">
                <a:solidFill>
                  <a:schemeClr val="tx1">
                    <a:tint val="75000"/>
                  </a:schemeClr>
                </a:solidFill>
              </a:defRPr>
            </a:lvl1pPr>
          </a:lstStyle>
          <a:p>
            <a:r>
              <a:rPr lang="en-US"/>
              <a:t>Add a footer</a:t>
            </a:r>
          </a:p>
        </p:txBody>
      </p:sp>
      <p:sp>
        <p:nvSpPr>
          <p:cNvPr id="6"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92FB8604-3E91-4806-A5CC-428F0C480F73}" type="slidenum">
              <a:rPr lang="en-US" smtClean="0"/>
              <a:pPr/>
              <a:t>‹#›</a:t>
            </a:fld>
            <a:endParaRPr lang="en-US"/>
          </a:p>
        </p:txBody>
      </p:sp>
    </p:spTree>
    <p:extLst>
      <p:ext uri="{BB962C8B-B14F-4D97-AF65-F5344CB8AC3E}">
        <p14:creationId xmlns:p14="http://schemas.microsoft.com/office/powerpoint/2010/main" val="195562301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3673" y="1119672"/>
            <a:ext cx="5912498" cy="610945"/>
          </a:xfrm>
        </p:spPr>
        <p:txBody>
          <a:bodyPr>
            <a:noAutofit/>
          </a:bodyPr>
          <a:lstStyle/>
          <a:p>
            <a:r>
              <a:rPr lang="en-US" sz="3600" dirty="0">
                <a:latin typeface="Arial Black" panose="020B0A04020102020204" pitchFamily="34" charset="0"/>
              </a:rPr>
              <a:t>IBM PBEL 2.0</a:t>
            </a:r>
          </a:p>
        </p:txBody>
      </p:sp>
      <p:sp>
        <p:nvSpPr>
          <p:cNvPr id="3" name="Subtitle 2"/>
          <p:cNvSpPr>
            <a:spLocks noGrp="1"/>
          </p:cNvSpPr>
          <p:nvPr>
            <p:ph type="subTitle" idx="1"/>
          </p:nvPr>
        </p:nvSpPr>
        <p:spPr>
          <a:xfrm>
            <a:off x="2083836" y="275675"/>
            <a:ext cx="8024327" cy="969962"/>
          </a:xfrm>
        </p:spPr>
        <p:txBody>
          <a:bodyPr>
            <a:normAutofit/>
          </a:bodyPr>
          <a:lstStyle/>
          <a:p>
            <a:r>
              <a:rPr lang="en-US" sz="6000" dirty="0">
                <a:latin typeface="Algerian" panose="04020705040A02060702" pitchFamily="82" charset="0"/>
              </a:rPr>
              <a:t>Internship </a:t>
            </a:r>
          </a:p>
        </p:txBody>
      </p:sp>
      <p:sp>
        <p:nvSpPr>
          <p:cNvPr id="4" name="TextBox 3">
            <a:extLst>
              <a:ext uri="{FF2B5EF4-FFF2-40B4-BE49-F238E27FC236}">
                <a16:creationId xmlns:a16="http://schemas.microsoft.com/office/drawing/2014/main" id="{604463C8-795E-D904-E730-88A6527898E0}"/>
              </a:ext>
            </a:extLst>
          </p:cNvPr>
          <p:cNvSpPr txBox="1"/>
          <p:nvPr/>
        </p:nvSpPr>
        <p:spPr>
          <a:xfrm>
            <a:off x="2083836" y="1866728"/>
            <a:ext cx="7294369" cy="707886"/>
          </a:xfrm>
          <a:prstGeom prst="rect">
            <a:avLst/>
          </a:prstGeom>
          <a:noFill/>
          <a:ln>
            <a:solidFill>
              <a:schemeClr val="bg2"/>
            </a:solidFill>
          </a:ln>
        </p:spPr>
        <p:txBody>
          <a:bodyPr wrap="none" rtlCol="0" anchor="ctr" anchorCtr="1">
            <a:spAutoFit/>
          </a:bodyPr>
          <a:lstStyle/>
          <a:p>
            <a:r>
              <a:rPr lang="en-IN" sz="4000" b="1" dirty="0">
                <a:latin typeface="Arial" panose="020B0604020202020204" pitchFamily="34" charset="0"/>
                <a:cs typeface="Arial" panose="020B0604020202020204" pitchFamily="34" charset="0"/>
              </a:rPr>
              <a:t>Topic- Hotel Booking Chains </a:t>
            </a:r>
          </a:p>
        </p:txBody>
      </p:sp>
      <p:sp>
        <p:nvSpPr>
          <p:cNvPr id="5" name="TextBox 4">
            <a:extLst>
              <a:ext uri="{FF2B5EF4-FFF2-40B4-BE49-F238E27FC236}">
                <a16:creationId xmlns:a16="http://schemas.microsoft.com/office/drawing/2014/main" id="{CBA8C59A-5480-0C4A-CA75-38971271C80F}"/>
              </a:ext>
            </a:extLst>
          </p:cNvPr>
          <p:cNvSpPr txBox="1"/>
          <p:nvPr/>
        </p:nvSpPr>
        <p:spPr>
          <a:xfrm>
            <a:off x="1306285" y="4007468"/>
            <a:ext cx="2268570" cy="1200329"/>
          </a:xfrm>
          <a:custGeom>
            <a:avLst/>
            <a:gdLst>
              <a:gd name="csX0" fmla="*/ 0 w 2353529"/>
              <a:gd name="csY0" fmla="*/ 0 h 830997"/>
              <a:gd name="csX1" fmla="*/ 2353529 w 2353529"/>
              <a:gd name="csY1" fmla="*/ 0 h 830997"/>
              <a:gd name="csX2" fmla="*/ 2353529 w 2353529"/>
              <a:gd name="csY2" fmla="*/ 830997 h 830997"/>
              <a:gd name="csX3" fmla="*/ 0 w 2353529"/>
              <a:gd name="csY3" fmla="*/ 830997 h 830997"/>
              <a:gd name="csX4" fmla="*/ 0 w 2353529"/>
              <a:gd name="csY4" fmla="*/ 0 h 830997"/>
              <a:gd name="csX0" fmla="*/ 0 w 2381521"/>
              <a:gd name="csY0" fmla="*/ 0 h 830997"/>
              <a:gd name="csX1" fmla="*/ 2381521 w 2381521"/>
              <a:gd name="csY1" fmla="*/ 0 h 830997"/>
              <a:gd name="csX2" fmla="*/ 2353529 w 2381521"/>
              <a:gd name="csY2" fmla="*/ 830997 h 830997"/>
              <a:gd name="csX3" fmla="*/ 0 w 2381521"/>
              <a:gd name="csY3" fmla="*/ 830997 h 830997"/>
              <a:gd name="csX4" fmla="*/ 0 w 2381521"/>
              <a:gd name="csY4" fmla="*/ 0 h 830997"/>
            </a:gdLst>
            <a:ahLst/>
            <a:cxnLst>
              <a:cxn ang="0">
                <a:pos x="csX0" y="csY0"/>
              </a:cxn>
              <a:cxn ang="0">
                <a:pos x="csX1" y="csY1"/>
              </a:cxn>
              <a:cxn ang="0">
                <a:pos x="csX2" y="csY2"/>
              </a:cxn>
              <a:cxn ang="0">
                <a:pos x="csX3" y="csY3"/>
              </a:cxn>
              <a:cxn ang="0">
                <a:pos x="csX4" y="csY4"/>
              </a:cxn>
            </a:cxnLst>
            <a:rect l="l" t="t" r="r" b="b"/>
            <a:pathLst>
              <a:path w="2381521" h="830997">
                <a:moveTo>
                  <a:pt x="0" y="0"/>
                </a:moveTo>
                <a:lnTo>
                  <a:pt x="2381521" y="0"/>
                </a:lnTo>
                <a:lnTo>
                  <a:pt x="2353529" y="830997"/>
                </a:lnTo>
                <a:lnTo>
                  <a:pt x="0" y="830997"/>
                </a:lnTo>
                <a:lnTo>
                  <a:pt x="0" y="0"/>
                </a:lnTo>
                <a:close/>
              </a:path>
            </a:pathLst>
          </a:custGeom>
          <a:noFill/>
          <a:ln>
            <a:solidFill>
              <a:schemeClr val="bg2"/>
            </a:solidFill>
          </a:ln>
        </p:spPr>
        <p:txBody>
          <a:bodyPr wrap="none" rtlCol="0" anchor="ctr" anchorCtr="1">
            <a:spAutoFit/>
          </a:bodyPr>
          <a:lstStyle/>
          <a:p>
            <a:r>
              <a:rPr lang="en-IN" sz="2400" b="1" dirty="0">
                <a:solidFill>
                  <a:srgbClr val="FFFFFF"/>
                </a:solidFill>
              </a:rPr>
              <a:t>Submitted to:-</a:t>
            </a:r>
          </a:p>
          <a:p>
            <a:r>
              <a:rPr lang="en-IN" sz="2400" b="1" dirty="0">
                <a:solidFill>
                  <a:srgbClr val="FFFFFF"/>
                </a:solidFill>
              </a:rPr>
              <a:t>Priyanshu Sir </a:t>
            </a:r>
            <a:br>
              <a:rPr lang="en-IN" sz="2400" b="1" dirty="0">
                <a:solidFill>
                  <a:srgbClr val="FFFFFF"/>
                </a:solidFill>
              </a:rPr>
            </a:br>
            <a:endParaRPr lang="en-IN" sz="2400" b="1" dirty="0">
              <a:solidFill>
                <a:srgbClr val="FFFFFF"/>
              </a:solidFill>
            </a:endParaRPr>
          </a:p>
        </p:txBody>
      </p:sp>
      <p:sp>
        <p:nvSpPr>
          <p:cNvPr id="6" name="TextBox 5">
            <a:extLst>
              <a:ext uri="{FF2B5EF4-FFF2-40B4-BE49-F238E27FC236}">
                <a16:creationId xmlns:a16="http://schemas.microsoft.com/office/drawing/2014/main" id="{9BF6E433-873F-59A5-6722-922F0D335465}"/>
              </a:ext>
            </a:extLst>
          </p:cNvPr>
          <p:cNvSpPr txBox="1"/>
          <p:nvPr/>
        </p:nvSpPr>
        <p:spPr>
          <a:xfrm>
            <a:off x="7774057" y="4007468"/>
            <a:ext cx="2971698" cy="1569660"/>
          </a:xfrm>
          <a:prstGeom prst="rect">
            <a:avLst/>
          </a:prstGeom>
          <a:noFill/>
          <a:ln>
            <a:solidFill>
              <a:schemeClr val="bg2"/>
            </a:solidFill>
          </a:ln>
        </p:spPr>
        <p:txBody>
          <a:bodyPr wrap="square" rtlCol="0" anchor="ctr" anchorCtr="1">
            <a:spAutoFit/>
          </a:bodyPr>
          <a:lstStyle/>
          <a:p>
            <a:r>
              <a:rPr lang="en-IN" sz="2400" b="1" dirty="0"/>
              <a:t>Submitted  By:-</a:t>
            </a:r>
            <a:br>
              <a:rPr lang="en-IN" sz="2400" b="1" dirty="0"/>
            </a:br>
            <a:r>
              <a:rPr lang="en-IN" sz="2400" b="1" dirty="0"/>
              <a:t>Vinay Kumar</a:t>
            </a:r>
            <a:br>
              <a:rPr lang="en-IN" sz="2400" b="1" dirty="0"/>
            </a:br>
            <a:r>
              <a:rPr lang="en-IN" sz="2400" b="1" dirty="0"/>
              <a:t>(24TEC2AIDS079)</a:t>
            </a:r>
            <a:br>
              <a:rPr lang="en-IN" sz="2400" b="1" dirty="0"/>
            </a:br>
            <a:r>
              <a:rPr lang="en-IN" sz="2400" b="1" dirty="0"/>
              <a:t>Erp-34796(</a:t>
            </a:r>
            <a:r>
              <a:rPr lang="en-IN" sz="2400" b="1" dirty="0" err="1"/>
              <a:t>Btech</a:t>
            </a:r>
            <a:r>
              <a:rPr lang="en-IN" sz="2400" b="1" dirty="0"/>
              <a:t>)</a:t>
            </a:r>
          </a:p>
        </p:txBody>
      </p:sp>
      <p:pic>
        <p:nvPicPr>
          <p:cNvPr id="11" name="Picture 10">
            <a:extLst>
              <a:ext uri="{FF2B5EF4-FFF2-40B4-BE49-F238E27FC236}">
                <a16:creationId xmlns:a16="http://schemas.microsoft.com/office/drawing/2014/main" id="{F78B80DB-56A1-6A11-58EA-F6D510DF9B81}"/>
              </a:ext>
            </a:extLst>
          </p:cNvPr>
          <p:cNvPicPr>
            <a:picLocks noChangeAspect="1"/>
          </p:cNvPicPr>
          <p:nvPr/>
        </p:nvPicPr>
        <p:blipFill>
          <a:blip r:embed="rId2"/>
          <a:stretch>
            <a:fillRect/>
          </a:stretch>
        </p:blipFill>
        <p:spPr>
          <a:xfrm>
            <a:off x="0" y="-28408"/>
            <a:ext cx="1535506" cy="1535506"/>
          </a:xfrm>
          <a:prstGeom prst="ellipse">
            <a:avLst/>
          </a:prstGeom>
          <a:ln>
            <a:noFill/>
          </a:ln>
          <a:effectLst>
            <a:softEdge rad="112500"/>
          </a:effectLst>
        </p:spPr>
      </p:pic>
      <p:sp>
        <p:nvSpPr>
          <p:cNvPr id="7" name="TextBox 6">
            <a:extLst>
              <a:ext uri="{FF2B5EF4-FFF2-40B4-BE49-F238E27FC236}">
                <a16:creationId xmlns:a16="http://schemas.microsoft.com/office/drawing/2014/main" id="{4CEE2978-3215-E9CE-E8D3-CE1CE42BE45F}"/>
              </a:ext>
            </a:extLst>
          </p:cNvPr>
          <p:cNvSpPr txBox="1"/>
          <p:nvPr/>
        </p:nvSpPr>
        <p:spPr>
          <a:xfrm>
            <a:off x="485192" y="2850532"/>
            <a:ext cx="9622971" cy="461665"/>
          </a:xfrm>
          <a:prstGeom prst="rect">
            <a:avLst/>
          </a:prstGeom>
          <a:noFill/>
          <a:ln>
            <a:solidFill>
              <a:schemeClr val="bg2"/>
            </a:solidFill>
          </a:ln>
        </p:spPr>
        <p:txBody>
          <a:bodyPr wrap="square" rtlCol="0" anchor="ctr" anchorCtr="1">
            <a:spAutoFit/>
          </a:bodyPr>
          <a:lstStyle/>
          <a:p>
            <a:r>
              <a:rPr lang="en-IN" sz="2400" b="1" dirty="0"/>
              <a:t>	COLLEGE:- VIVEKANANDA GLOBAL UNIVERSITY JAIPUR</a:t>
            </a:r>
          </a:p>
        </p:txBody>
      </p:sp>
    </p:spTree>
    <p:extLst>
      <p:ext uri="{BB962C8B-B14F-4D97-AF65-F5344CB8AC3E}">
        <p14:creationId xmlns:p14="http://schemas.microsoft.com/office/powerpoint/2010/main" val="2042527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A755-D4CF-CDD6-DBBA-CAD35CB945A8}"/>
              </a:ext>
            </a:extLst>
          </p:cNvPr>
          <p:cNvSpPr>
            <a:spLocks noGrp="1"/>
          </p:cNvSpPr>
          <p:nvPr>
            <p:ph type="title"/>
          </p:nvPr>
        </p:nvSpPr>
        <p:spPr>
          <a:xfrm>
            <a:off x="4103915" y="0"/>
            <a:ext cx="4135016" cy="989661"/>
          </a:xfrm>
        </p:spPr>
        <p:txBody>
          <a:bodyPr/>
          <a:lstStyle/>
          <a:p>
            <a:r>
              <a:rPr lang="en-IN" u="sng" dirty="0">
                <a:latin typeface="Arial Black" panose="020B0A04020102020204" pitchFamily="34" charset="0"/>
              </a:rPr>
              <a:t>Introduction </a:t>
            </a:r>
          </a:p>
        </p:txBody>
      </p:sp>
      <p:sp>
        <p:nvSpPr>
          <p:cNvPr id="3" name="Content Placeholder 2">
            <a:extLst>
              <a:ext uri="{FF2B5EF4-FFF2-40B4-BE49-F238E27FC236}">
                <a16:creationId xmlns:a16="http://schemas.microsoft.com/office/drawing/2014/main" id="{6867BFED-EC6E-CF14-81BA-9FA09BFC2A13}"/>
              </a:ext>
            </a:extLst>
          </p:cNvPr>
          <p:cNvSpPr>
            <a:spLocks noGrp="1"/>
          </p:cNvSpPr>
          <p:nvPr>
            <p:ph idx="1"/>
          </p:nvPr>
        </p:nvSpPr>
        <p:spPr>
          <a:xfrm>
            <a:off x="423508" y="1458141"/>
            <a:ext cx="5230844" cy="4351338"/>
          </a:xfrm>
        </p:spPr>
        <p:txBody>
          <a:bodyPr/>
          <a:lstStyle/>
          <a:p>
            <a:r>
              <a:rPr lang="en-US" dirty="0"/>
              <a:t>A </a:t>
            </a:r>
            <a:r>
              <a:rPr lang="en-US" b="1" dirty="0"/>
              <a:t>hotel booking chain</a:t>
            </a:r>
            <a:r>
              <a:rPr lang="en-US" dirty="0"/>
              <a:t> refers to a group or network of hotels that operate under the </a:t>
            </a:r>
            <a:r>
              <a:rPr lang="en-US" b="1" dirty="0"/>
              <a:t>same brand name, management system, and standards</a:t>
            </a:r>
            <a:r>
              <a:rPr lang="en-US" dirty="0"/>
              <a:t>. These hotels may be located in different cities or countries but provide </a:t>
            </a:r>
            <a:r>
              <a:rPr lang="en-US" b="1" dirty="0"/>
              <a:t>similar services, facilities, and quality</a:t>
            </a:r>
            <a:r>
              <a:rPr lang="en-US" dirty="0"/>
              <a:t> to customers</a:t>
            </a:r>
            <a:endParaRPr lang="en-IN" dirty="0"/>
          </a:p>
        </p:txBody>
      </p:sp>
      <p:pic>
        <p:nvPicPr>
          <p:cNvPr id="5" name="Picture 4">
            <a:extLst>
              <a:ext uri="{FF2B5EF4-FFF2-40B4-BE49-F238E27FC236}">
                <a16:creationId xmlns:a16="http://schemas.microsoft.com/office/drawing/2014/main" id="{38D0353E-7107-DB17-37ED-64D6C430BE84}"/>
              </a:ext>
            </a:extLst>
          </p:cNvPr>
          <p:cNvPicPr>
            <a:picLocks noChangeAspect="1"/>
          </p:cNvPicPr>
          <p:nvPr/>
        </p:nvPicPr>
        <p:blipFill>
          <a:blip r:embed="rId2"/>
          <a:stretch>
            <a:fillRect/>
          </a:stretch>
        </p:blipFill>
        <p:spPr>
          <a:xfrm>
            <a:off x="-87443" y="-56140"/>
            <a:ext cx="1536325" cy="1536325"/>
          </a:xfrm>
          <a:prstGeom prst="rect">
            <a:avLst/>
          </a:prstGeom>
        </p:spPr>
      </p:pic>
      <p:pic>
        <p:nvPicPr>
          <p:cNvPr id="6" name="Picture 5">
            <a:extLst>
              <a:ext uri="{FF2B5EF4-FFF2-40B4-BE49-F238E27FC236}">
                <a16:creationId xmlns:a16="http://schemas.microsoft.com/office/drawing/2014/main" id="{3903F41E-0A23-FEA7-69C9-EF1D7BB95FDF}"/>
              </a:ext>
            </a:extLst>
          </p:cNvPr>
          <p:cNvPicPr>
            <a:picLocks noChangeAspect="1"/>
          </p:cNvPicPr>
          <p:nvPr/>
        </p:nvPicPr>
        <p:blipFill>
          <a:blip r:embed="rId3"/>
          <a:stretch>
            <a:fillRect/>
          </a:stretch>
        </p:blipFill>
        <p:spPr>
          <a:xfrm>
            <a:off x="5483613" y="1572208"/>
            <a:ext cx="6530065" cy="3713583"/>
          </a:xfrm>
          <a:prstGeom prst="rect">
            <a:avLst/>
          </a:prstGeom>
          <a:ln>
            <a:noFill/>
          </a:ln>
          <a:effectLst>
            <a:softEdge rad="112500"/>
          </a:effectLst>
        </p:spPr>
      </p:pic>
    </p:spTree>
    <p:extLst>
      <p:ext uri="{BB962C8B-B14F-4D97-AF65-F5344CB8AC3E}">
        <p14:creationId xmlns:p14="http://schemas.microsoft.com/office/powerpoint/2010/main" val="97715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4525347" y="0"/>
            <a:ext cx="4973216" cy="869594"/>
          </a:xfrm>
        </p:spPr>
        <p:txBody>
          <a:bodyPr/>
          <a:lstStyle/>
          <a:p>
            <a:r>
              <a:rPr lang="en-IN" u="sng" dirty="0">
                <a:latin typeface="Arial Black" panose="020B0A04020102020204" pitchFamily="34" charset="0"/>
              </a:rPr>
              <a:t>Login page</a:t>
            </a:r>
            <a:endParaRPr lang="en-US" u="sng" dirty="0">
              <a:latin typeface="Arial Black" panose="020B0A04020102020204" pitchFamily="34" charset="0"/>
            </a:endParaRPr>
          </a:p>
        </p:txBody>
      </p:sp>
      <p:sp>
        <p:nvSpPr>
          <p:cNvPr id="14" name="Content Placeholder 13"/>
          <p:cNvSpPr>
            <a:spLocks noGrp="1"/>
          </p:cNvSpPr>
          <p:nvPr>
            <p:ph idx="1"/>
          </p:nvPr>
        </p:nvSpPr>
        <p:spPr>
          <a:xfrm>
            <a:off x="617874" y="1492564"/>
            <a:ext cx="4610444" cy="4195747"/>
          </a:xfrm>
        </p:spPr>
        <p:txBody>
          <a:bodyPr>
            <a:normAutofit fontScale="92500" lnSpcReduction="20000"/>
          </a:bodyPr>
          <a:lstStyle/>
          <a:p>
            <a:pPr>
              <a:buFont typeface="Wingdings" panose="05000000000000000000" pitchFamily="2" charset="2"/>
              <a:buChar char="Ø"/>
            </a:pPr>
            <a:r>
              <a:rPr lang="en-US" dirty="0"/>
              <a:t>A login page allows users to securely access a website or application. The user enters their </a:t>
            </a:r>
            <a:r>
              <a:rPr lang="en-US" b="1" dirty="0"/>
              <a:t>registered email and password</a:t>
            </a:r>
            <a:r>
              <a:rPr lang="en-US" dirty="0"/>
              <a:t> to verify their identity. In addition, </a:t>
            </a:r>
            <a:r>
              <a:rPr lang="en-US" b="1" dirty="0"/>
              <a:t>face authentication</a:t>
            </a:r>
            <a:r>
              <a:rPr lang="en-US" dirty="0"/>
              <a:t> uses the device camera to scan and match the user’s face with stored data. This system provides </a:t>
            </a:r>
            <a:r>
              <a:rPr lang="en-US" b="1" dirty="0"/>
              <a:t>extra security and protects the account from unauthorized access</a:t>
            </a:r>
            <a:r>
              <a:rPr lang="en-US" dirty="0"/>
              <a:t>.</a:t>
            </a:r>
          </a:p>
        </p:txBody>
      </p:sp>
      <p:pic>
        <p:nvPicPr>
          <p:cNvPr id="3" name="Picture 2">
            <a:extLst>
              <a:ext uri="{FF2B5EF4-FFF2-40B4-BE49-F238E27FC236}">
                <a16:creationId xmlns:a16="http://schemas.microsoft.com/office/drawing/2014/main" id="{14CF451E-5A2C-4316-8915-D50FC0484D3F}"/>
              </a:ext>
            </a:extLst>
          </p:cNvPr>
          <p:cNvPicPr>
            <a:picLocks noChangeAspect="1"/>
          </p:cNvPicPr>
          <p:nvPr/>
        </p:nvPicPr>
        <p:blipFill>
          <a:blip r:embed="rId2"/>
          <a:stretch>
            <a:fillRect/>
          </a:stretch>
        </p:blipFill>
        <p:spPr>
          <a:xfrm>
            <a:off x="-150288" y="-193040"/>
            <a:ext cx="1536325" cy="1536325"/>
          </a:xfrm>
          <a:prstGeom prst="rect">
            <a:avLst/>
          </a:prstGeom>
        </p:spPr>
      </p:pic>
      <p:pic>
        <p:nvPicPr>
          <p:cNvPr id="5" name="Picture 4">
            <a:extLst>
              <a:ext uri="{FF2B5EF4-FFF2-40B4-BE49-F238E27FC236}">
                <a16:creationId xmlns:a16="http://schemas.microsoft.com/office/drawing/2014/main" id="{09FF54E4-A84C-C0B7-4628-BF48FFC339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1044" y="1341761"/>
            <a:ext cx="6949223" cy="4646645"/>
          </a:xfrm>
          <a:prstGeom prst="rect">
            <a:avLst/>
          </a:prstGeom>
          <a:ln>
            <a:noFill/>
          </a:ln>
          <a:effectLst>
            <a:softEdge rad="112500"/>
          </a:effectLst>
        </p:spPr>
      </p:pic>
    </p:spTree>
    <p:extLst>
      <p:ext uri="{BB962C8B-B14F-4D97-AF65-F5344CB8AC3E}">
        <p14:creationId xmlns:p14="http://schemas.microsoft.com/office/powerpoint/2010/main" val="30342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1520" y="-122555"/>
            <a:ext cx="7738602" cy="1325563"/>
          </a:xfrm>
        </p:spPr>
        <p:txBody>
          <a:bodyPr>
            <a:normAutofit fontScale="90000"/>
          </a:bodyPr>
          <a:lstStyle/>
          <a:p>
            <a:r>
              <a:rPr lang="en-IN" sz="4800" u="sng" dirty="0">
                <a:latin typeface="Arial Black" panose="020B0A04020102020204" pitchFamily="34" charset="0"/>
              </a:rPr>
              <a:t>FACE AUTHENTICATION</a:t>
            </a:r>
            <a:endParaRPr lang="en-US" sz="4800" u="sng" dirty="0">
              <a:latin typeface="Arial Black" panose="020B0A04020102020204" pitchFamily="34" charset="0"/>
            </a:endParaRPr>
          </a:p>
        </p:txBody>
      </p:sp>
      <p:sp>
        <p:nvSpPr>
          <p:cNvPr id="11" name="Content Placeholder 10"/>
          <p:cNvSpPr>
            <a:spLocks noGrp="1"/>
          </p:cNvSpPr>
          <p:nvPr>
            <p:ph sz="half" idx="2"/>
          </p:nvPr>
        </p:nvSpPr>
        <p:spPr>
          <a:xfrm>
            <a:off x="594360" y="1536324"/>
            <a:ext cx="4061616" cy="4153275"/>
          </a:xfrm>
        </p:spPr>
        <p:txBody>
          <a:bodyPr/>
          <a:lstStyle/>
          <a:p>
            <a:r>
              <a:rPr lang="en-US" dirty="0"/>
              <a:t>Face authentication is used for secure login. The user must capture their face using the camera. If the face is not detected or does not match, the system asks the user to capture the face again.</a:t>
            </a:r>
          </a:p>
        </p:txBody>
      </p:sp>
      <p:pic>
        <p:nvPicPr>
          <p:cNvPr id="7" name="Picture 6">
            <a:extLst>
              <a:ext uri="{FF2B5EF4-FFF2-40B4-BE49-F238E27FC236}">
                <a16:creationId xmlns:a16="http://schemas.microsoft.com/office/drawing/2014/main" id="{3327BD84-7210-5E39-7FA1-54C9D40A7A03}"/>
              </a:ext>
            </a:extLst>
          </p:cNvPr>
          <p:cNvPicPr>
            <a:picLocks noChangeAspect="1"/>
          </p:cNvPicPr>
          <p:nvPr/>
        </p:nvPicPr>
        <p:blipFill>
          <a:blip r:embed="rId2"/>
          <a:stretch>
            <a:fillRect/>
          </a:stretch>
        </p:blipFill>
        <p:spPr>
          <a:xfrm>
            <a:off x="-173803" y="0"/>
            <a:ext cx="1536325" cy="1536325"/>
          </a:xfrm>
          <a:prstGeom prst="rect">
            <a:avLst/>
          </a:prstGeom>
        </p:spPr>
      </p:pic>
      <p:pic>
        <p:nvPicPr>
          <p:cNvPr id="4" name="Picture 3">
            <a:extLst>
              <a:ext uri="{FF2B5EF4-FFF2-40B4-BE49-F238E27FC236}">
                <a16:creationId xmlns:a16="http://schemas.microsoft.com/office/drawing/2014/main" id="{3B46596E-4124-12A7-F6D0-8F451A1D1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9356" y="1536323"/>
            <a:ext cx="7567068" cy="3681607"/>
          </a:xfrm>
          <a:prstGeom prst="rect">
            <a:avLst/>
          </a:prstGeom>
          <a:ln>
            <a:noFill/>
          </a:ln>
          <a:effectLst>
            <a:softEdge rad="112500"/>
          </a:effectLst>
        </p:spPr>
      </p:pic>
    </p:spTree>
    <p:extLst>
      <p:ext uri="{BB962C8B-B14F-4D97-AF65-F5344CB8AC3E}">
        <p14:creationId xmlns:p14="http://schemas.microsoft.com/office/powerpoint/2010/main" val="28620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1355" y="8844"/>
            <a:ext cx="3571551" cy="969328"/>
          </a:xfrm>
        </p:spPr>
        <p:txBody>
          <a:bodyPr/>
          <a:lstStyle/>
          <a:p>
            <a:r>
              <a:rPr lang="en-IN" b="1" u="sng" dirty="0"/>
              <a:t>HOME PAGE</a:t>
            </a:r>
            <a:endParaRPr lang="en-US" b="1" u="sng" dirty="0"/>
          </a:p>
        </p:txBody>
      </p:sp>
      <p:sp>
        <p:nvSpPr>
          <p:cNvPr id="10" name="Content Placeholder 9"/>
          <p:cNvSpPr>
            <a:spLocks noGrp="1"/>
          </p:cNvSpPr>
          <p:nvPr>
            <p:ph sz="half" idx="1"/>
          </p:nvPr>
        </p:nvSpPr>
        <p:spPr/>
        <p:txBody>
          <a:bodyPr/>
          <a:lstStyle/>
          <a:p>
            <a:r>
              <a:rPr lang="en-US" dirty="0"/>
              <a:t> Total capacity	</a:t>
            </a:r>
          </a:p>
          <a:p>
            <a:r>
              <a:rPr lang="en-US" dirty="0"/>
              <a:t>Current time capacity </a:t>
            </a:r>
          </a:p>
          <a:p>
            <a:r>
              <a:rPr lang="en-US" dirty="0"/>
              <a:t>Facilities </a:t>
            </a:r>
          </a:p>
          <a:p>
            <a:r>
              <a:rPr lang="en-IN" dirty="0"/>
              <a:t>available percentage </a:t>
            </a:r>
          </a:p>
          <a:p>
            <a:r>
              <a:rPr lang="en-IN" dirty="0"/>
              <a:t>Live occupancy</a:t>
            </a:r>
          </a:p>
          <a:p>
            <a:r>
              <a:rPr lang="en-IN" dirty="0"/>
              <a:t>Rating</a:t>
            </a:r>
          </a:p>
          <a:p>
            <a:r>
              <a:rPr lang="en-IN" dirty="0"/>
              <a:t>Filter out city </a:t>
            </a:r>
            <a:br>
              <a:rPr lang="en-IN" dirty="0"/>
            </a:br>
            <a:endParaRPr lang="en-US" dirty="0"/>
          </a:p>
        </p:txBody>
      </p:sp>
      <p:pic>
        <p:nvPicPr>
          <p:cNvPr id="6" name="Picture 5">
            <a:extLst>
              <a:ext uri="{FF2B5EF4-FFF2-40B4-BE49-F238E27FC236}">
                <a16:creationId xmlns:a16="http://schemas.microsoft.com/office/drawing/2014/main" id="{F21CD689-9260-13F9-D902-E93503E9E9BE}"/>
              </a:ext>
            </a:extLst>
          </p:cNvPr>
          <p:cNvPicPr>
            <a:picLocks noChangeAspect="1"/>
          </p:cNvPicPr>
          <p:nvPr/>
        </p:nvPicPr>
        <p:blipFill>
          <a:blip r:embed="rId2"/>
          <a:stretch>
            <a:fillRect/>
          </a:stretch>
        </p:blipFill>
        <p:spPr>
          <a:xfrm>
            <a:off x="-125542" y="-25400"/>
            <a:ext cx="1536325" cy="1536325"/>
          </a:xfrm>
          <a:prstGeom prst="rect">
            <a:avLst/>
          </a:prstGeom>
        </p:spPr>
      </p:pic>
      <p:pic>
        <p:nvPicPr>
          <p:cNvPr id="4" name="Picture 3">
            <a:extLst>
              <a:ext uri="{FF2B5EF4-FFF2-40B4-BE49-F238E27FC236}">
                <a16:creationId xmlns:a16="http://schemas.microsoft.com/office/drawing/2014/main" id="{A040AB4B-5FC0-2FA0-E187-EACABC1FD8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3256" y="1825625"/>
            <a:ext cx="7292389" cy="4147109"/>
          </a:xfrm>
          <a:prstGeom prst="rect">
            <a:avLst/>
          </a:prstGeom>
          <a:ln>
            <a:noFill/>
          </a:ln>
          <a:effectLst>
            <a:softEdge rad="112500"/>
          </a:effectLst>
        </p:spPr>
      </p:pic>
    </p:spTree>
    <p:extLst>
      <p:ext uri="{BB962C8B-B14F-4D97-AF65-F5344CB8AC3E}">
        <p14:creationId xmlns:p14="http://schemas.microsoft.com/office/powerpoint/2010/main" val="538348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AF17A-B527-2CF2-E561-08AB89A2DBE8}"/>
              </a:ext>
            </a:extLst>
          </p:cNvPr>
          <p:cNvSpPr>
            <a:spLocks noGrp="1"/>
          </p:cNvSpPr>
          <p:nvPr>
            <p:ph type="title"/>
          </p:nvPr>
        </p:nvSpPr>
        <p:spPr>
          <a:xfrm>
            <a:off x="4562668" y="-129398"/>
            <a:ext cx="4963887" cy="1325563"/>
          </a:xfrm>
        </p:spPr>
        <p:txBody>
          <a:bodyPr>
            <a:normAutofit/>
          </a:bodyPr>
          <a:lstStyle/>
          <a:p>
            <a:r>
              <a:rPr lang="en-IN" sz="5400" b="1" u="sng" dirty="0"/>
              <a:t>Dashboard </a:t>
            </a:r>
          </a:p>
        </p:txBody>
      </p:sp>
      <p:sp>
        <p:nvSpPr>
          <p:cNvPr id="3" name="Content Placeholder 2">
            <a:extLst>
              <a:ext uri="{FF2B5EF4-FFF2-40B4-BE49-F238E27FC236}">
                <a16:creationId xmlns:a16="http://schemas.microsoft.com/office/drawing/2014/main" id="{4E59F580-87D4-F515-A680-6357EB33ABDA}"/>
              </a:ext>
            </a:extLst>
          </p:cNvPr>
          <p:cNvSpPr>
            <a:spLocks noGrp="1"/>
          </p:cNvSpPr>
          <p:nvPr>
            <p:ph sz="half" idx="1"/>
          </p:nvPr>
        </p:nvSpPr>
        <p:spPr/>
        <p:txBody>
          <a:bodyPr/>
          <a:lstStyle/>
          <a:p>
            <a:r>
              <a:rPr lang="en-US" dirty="0"/>
              <a:t>The dashboard shows an overview of the hotel booking system, including total capacity, available hotels, sold-out hotels, and live room occupancy. It also allows users to search and filter hotels by city and price category.</a:t>
            </a:r>
            <a:endParaRPr lang="en-IN" dirty="0"/>
          </a:p>
        </p:txBody>
      </p:sp>
      <p:pic>
        <p:nvPicPr>
          <p:cNvPr id="5" name="Content Placeholder 4">
            <a:extLst>
              <a:ext uri="{FF2B5EF4-FFF2-40B4-BE49-F238E27FC236}">
                <a16:creationId xmlns:a16="http://schemas.microsoft.com/office/drawing/2014/main" id="{27F034B8-AA36-D31B-8A3B-678A349D420B}"/>
              </a:ext>
            </a:extLst>
          </p:cNvPr>
          <p:cNvPicPr>
            <a:picLocks noGrp="1" noChangeAspect="1"/>
          </p:cNvPicPr>
          <p:nvPr>
            <p:ph sz="half" idx="2"/>
          </p:nvPr>
        </p:nvPicPr>
        <p:blipFill>
          <a:blip r:embed="rId2"/>
          <a:stretch>
            <a:fillRect/>
          </a:stretch>
        </p:blipFill>
        <p:spPr>
          <a:xfrm>
            <a:off x="5909361" y="1931437"/>
            <a:ext cx="6234967" cy="3541409"/>
          </a:xfrm>
          <a:prstGeom prst="rect">
            <a:avLst/>
          </a:prstGeom>
          <a:ln>
            <a:noFill/>
          </a:ln>
          <a:effectLst>
            <a:softEdge rad="112500"/>
          </a:effectLst>
        </p:spPr>
      </p:pic>
      <p:pic>
        <p:nvPicPr>
          <p:cNvPr id="6" name="Picture 5">
            <a:extLst>
              <a:ext uri="{FF2B5EF4-FFF2-40B4-BE49-F238E27FC236}">
                <a16:creationId xmlns:a16="http://schemas.microsoft.com/office/drawing/2014/main" id="{F7183AA9-654D-7E20-C6A5-D5642DB2855E}"/>
              </a:ext>
            </a:extLst>
          </p:cNvPr>
          <p:cNvPicPr>
            <a:picLocks noChangeAspect="1"/>
          </p:cNvPicPr>
          <p:nvPr/>
        </p:nvPicPr>
        <p:blipFill>
          <a:blip r:embed="rId3"/>
          <a:stretch>
            <a:fillRect/>
          </a:stretch>
        </p:blipFill>
        <p:spPr>
          <a:xfrm>
            <a:off x="0" y="-25430"/>
            <a:ext cx="1536325" cy="1536325"/>
          </a:xfrm>
          <a:prstGeom prst="rect">
            <a:avLst/>
          </a:prstGeom>
        </p:spPr>
      </p:pic>
    </p:spTree>
    <p:extLst>
      <p:ext uri="{BB962C8B-B14F-4D97-AF65-F5344CB8AC3E}">
        <p14:creationId xmlns:p14="http://schemas.microsoft.com/office/powerpoint/2010/main" val="58022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515B9-FA40-255D-4EF7-AE49C92F059E}"/>
              </a:ext>
            </a:extLst>
          </p:cNvPr>
          <p:cNvSpPr>
            <a:spLocks noGrp="1"/>
          </p:cNvSpPr>
          <p:nvPr>
            <p:ph type="title"/>
          </p:nvPr>
        </p:nvSpPr>
        <p:spPr>
          <a:xfrm>
            <a:off x="3302000" y="0"/>
            <a:ext cx="5435600" cy="969328"/>
          </a:xfrm>
        </p:spPr>
        <p:txBody>
          <a:bodyPr>
            <a:normAutofit fontScale="90000"/>
          </a:bodyPr>
          <a:lstStyle/>
          <a:p>
            <a:r>
              <a:rPr lang="en-IN" sz="4800" b="1" u="sng" dirty="0">
                <a:latin typeface="Arial Black" panose="020B0A04020102020204" pitchFamily="34" charset="0"/>
              </a:rPr>
              <a:t>HOTEL BOOKING</a:t>
            </a:r>
          </a:p>
        </p:txBody>
      </p:sp>
      <p:sp>
        <p:nvSpPr>
          <p:cNvPr id="3" name="Content Placeholder 2">
            <a:extLst>
              <a:ext uri="{FF2B5EF4-FFF2-40B4-BE49-F238E27FC236}">
                <a16:creationId xmlns:a16="http://schemas.microsoft.com/office/drawing/2014/main" id="{1EB0E2EC-A662-7BDF-2EF5-0EB386BD2C49}"/>
              </a:ext>
            </a:extLst>
          </p:cNvPr>
          <p:cNvSpPr>
            <a:spLocks noGrp="1"/>
          </p:cNvSpPr>
          <p:nvPr>
            <p:ph sz="half" idx="1"/>
          </p:nvPr>
        </p:nvSpPr>
        <p:spPr/>
        <p:txBody>
          <a:bodyPr/>
          <a:lstStyle/>
          <a:p>
            <a:pPr marL="0" indent="0">
              <a:buNone/>
            </a:pPr>
            <a:r>
              <a:rPr lang="en-US" dirty="0"/>
              <a:t>The hotel booking process allows users to search for hotels, select a room, and enter their details. Users can also apply available offers or discounts before confirming the booking. The reservation is then completed through online payment or confirmation.</a:t>
            </a:r>
            <a:endParaRPr lang="en-IN" dirty="0"/>
          </a:p>
        </p:txBody>
      </p:sp>
      <p:pic>
        <p:nvPicPr>
          <p:cNvPr id="6" name="Picture 5">
            <a:extLst>
              <a:ext uri="{FF2B5EF4-FFF2-40B4-BE49-F238E27FC236}">
                <a16:creationId xmlns:a16="http://schemas.microsoft.com/office/drawing/2014/main" id="{A9FC2754-05C2-1310-6850-1F734C0E631D}"/>
              </a:ext>
            </a:extLst>
          </p:cNvPr>
          <p:cNvPicPr>
            <a:picLocks noChangeAspect="1"/>
          </p:cNvPicPr>
          <p:nvPr/>
        </p:nvPicPr>
        <p:blipFill>
          <a:blip r:embed="rId2"/>
          <a:stretch>
            <a:fillRect/>
          </a:stretch>
        </p:blipFill>
        <p:spPr>
          <a:xfrm>
            <a:off x="-35560" y="-35560"/>
            <a:ext cx="1536325" cy="1536325"/>
          </a:xfrm>
          <a:prstGeom prst="rect">
            <a:avLst/>
          </a:prstGeom>
        </p:spPr>
      </p:pic>
      <p:pic>
        <p:nvPicPr>
          <p:cNvPr id="11" name="Picture 10">
            <a:extLst>
              <a:ext uri="{FF2B5EF4-FFF2-40B4-BE49-F238E27FC236}">
                <a16:creationId xmlns:a16="http://schemas.microsoft.com/office/drawing/2014/main" id="{7A715EC3-6DA6-6D22-F296-2772F836CE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7634" y="1825625"/>
            <a:ext cx="6470020" cy="3679436"/>
          </a:xfrm>
          <a:prstGeom prst="rect">
            <a:avLst/>
          </a:prstGeom>
        </p:spPr>
      </p:pic>
    </p:spTree>
    <p:extLst>
      <p:ext uri="{BB962C8B-B14F-4D97-AF65-F5344CB8AC3E}">
        <p14:creationId xmlns:p14="http://schemas.microsoft.com/office/powerpoint/2010/main" val="1616077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B76C-57E0-C05D-560B-2D6B7F217311}"/>
              </a:ext>
            </a:extLst>
          </p:cNvPr>
          <p:cNvSpPr>
            <a:spLocks noGrp="1"/>
          </p:cNvSpPr>
          <p:nvPr>
            <p:ph type="title"/>
          </p:nvPr>
        </p:nvSpPr>
        <p:spPr>
          <a:xfrm>
            <a:off x="3377682" y="0"/>
            <a:ext cx="6441958" cy="928688"/>
          </a:xfrm>
        </p:spPr>
        <p:txBody>
          <a:bodyPr>
            <a:normAutofit/>
          </a:bodyPr>
          <a:lstStyle/>
          <a:p>
            <a:r>
              <a:rPr lang="en-IN" sz="4800" b="1" u="sng" dirty="0"/>
              <a:t>COST EFICIENCNCY</a:t>
            </a:r>
          </a:p>
        </p:txBody>
      </p:sp>
      <p:sp>
        <p:nvSpPr>
          <p:cNvPr id="3" name="Content Placeholder 2">
            <a:extLst>
              <a:ext uri="{FF2B5EF4-FFF2-40B4-BE49-F238E27FC236}">
                <a16:creationId xmlns:a16="http://schemas.microsoft.com/office/drawing/2014/main" id="{974A9239-D69A-950F-9098-7DAE7C3C7BC6}"/>
              </a:ext>
            </a:extLst>
          </p:cNvPr>
          <p:cNvSpPr>
            <a:spLocks noGrp="1"/>
          </p:cNvSpPr>
          <p:nvPr>
            <p:ph sz="half" idx="1"/>
          </p:nvPr>
        </p:nvSpPr>
        <p:spPr/>
        <p:txBody>
          <a:bodyPr>
            <a:normAutofit/>
          </a:bodyPr>
          <a:lstStyle/>
          <a:p>
            <a:r>
              <a:rPr lang="en-IN" dirty="0"/>
              <a:t>There </a:t>
            </a:r>
            <a:r>
              <a:rPr lang="en-IN" dirty="0" err="1"/>
              <a:t>arer</a:t>
            </a:r>
            <a:r>
              <a:rPr lang="en-IN" dirty="0"/>
              <a:t> three type of room provide by the our website </a:t>
            </a:r>
          </a:p>
          <a:p>
            <a:r>
              <a:rPr lang="en-IN" dirty="0"/>
              <a:t>Normal </a:t>
            </a:r>
          </a:p>
          <a:p>
            <a:r>
              <a:rPr lang="en-IN" dirty="0"/>
              <a:t>Medium</a:t>
            </a:r>
          </a:p>
          <a:p>
            <a:r>
              <a:rPr lang="en-IN" dirty="0"/>
              <a:t>Higher</a:t>
            </a:r>
          </a:p>
          <a:p>
            <a:r>
              <a:rPr lang="en-IN" dirty="0"/>
              <a:t>The cost is according to your facilities .We are providing the real time occupied space. </a:t>
            </a:r>
          </a:p>
        </p:txBody>
      </p:sp>
      <p:pic>
        <p:nvPicPr>
          <p:cNvPr id="6" name="Picture 5">
            <a:extLst>
              <a:ext uri="{FF2B5EF4-FFF2-40B4-BE49-F238E27FC236}">
                <a16:creationId xmlns:a16="http://schemas.microsoft.com/office/drawing/2014/main" id="{BF0E9661-CEDA-C807-0B9C-ADDD65041BDD}"/>
              </a:ext>
            </a:extLst>
          </p:cNvPr>
          <p:cNvPicPr>
            <a:picLocks noChangeAspect="1"/>
          </p:cNvPicPr>
          <p:nvPr/>
        </p:nvPicPr>
        <p:blipFill>
          <a:blip r:embed="rId2"/>
          <a:stretch>
            <a:fillRect/>
          </a:stretch>
        </p:blipFill>
        <p:spPr>
          <a:xfrm>
            <a:off x="-81280" y="0"/>
            <a:ext cx="1536325" cy="1536325"/>
          </a:xfrm>
          <a:prstGeom prst="rect">
            <a:avLst/>
          </a:prstGeom>
        </p:spPr>
      </p:pic>
      <p:pic>
        <p:nvPicPr>
          <p:cNvPr id="9" name="Picture 8">
            <a:extLst>
              <a:ext uri="{FF2B5EF4-FFF2-40B4-BE49-F238E27FC236}">
                <a16:creationId xmlns:a16="http://schemas.microsoft.com/office/drawing/2014/main" id="{D7CB850D-880D-9491-714E-B104EDB02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1621" y="1950097"/>
            <a:ext cx="6610379" cy="3417409"/>
          </a:xfrm>
          <a:prstGeom prst="rect">
            <a:avLst/>
          </a:prstGeom>
          <a:ln>
            <a:noFill/>
          </a:ln>
          <a:effectLst>
            <a:softEdge rad="112500"/>
          </a:effectLst>
        </p:spPr>
      </p:pic>
    </p:spTree>
    <p:extLst>
      <p:ext uri="{BB962C8B-B14F-4D97-AF65-F5344CB8AC3E}">
        <p14:creationId xmlns:p14="http://schemas.microsoft.com/office/powerpoint/2010/main" val="3496139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E8228-A9F4-7011-11D1-134E85C5804C}"/>
              </a:ext>
            </a:extLst>
          </p:cNvPr>
          <p:cNvSpPr>
            <a:spLocks noGrp="1"/>
          </p:cNvSpPr>
          <p:nvPr>
            <p:ph type="title"/>
          </p:nvPr>
        </p:nvSpPr>
        <p:spPr>
          <a:xfrm>
            <a:off x="4307840" y="0"/>
            <a:ext cx="3728720" cy="835818"/>
          </a:xfrm>
        </p:spPr>
        <p:txBody>
          <a:bodyPr/>
          <a:lstStyle/>
          <a:p>
            <a:r>
              <a:rPr lang="en-IN" b="1" u="sng" dirty="0">
                <a:latin typeface="Arial Black" panose="020B0A04020102020204" pitchFamily="34" charset="0"/>
              </a:rPr>
              <a:t>Conclusion</a:t>
            </a:r>
          </a:p>
        </p:txBody>
      </p:sp>
      <p:pic>
        <p:nvPicPr>
          <p:cNvPr id="7" name="Picture 6">
            <a:extLst>
              <a:ext uri="{FF2B5EF4-FFF2-40B4-BE49-F238E27FC236}">
                <a16:creationId xmlns:a16="http://schemas.microsoft.com/office/drawing/2014/main" id="{4816E563-CDCC-F048-1514-2FF9F912493B}"/>
              </a:ext>
            </a:extLst>
          </p:cNvPr>
          <p:cNvPicPr>
            <a:picLocks noChangeAspect="1"/>
          </p:cNvPicPr>
          <p:nvPr/>
        </p:nvPicPr>
        <p:blipFill>
          <a:blip r:embed="rId2"/>
          <a:stretch>
            <a:fillRect/>
          </a:stretch>
        </p:blipFill>
        <p:spPr>
          <a:xfrm>
            <a:off x="-128083" y="-87126"/>
            <a:ext cx="1536325" cy="1536325"/>
          </a:xfrm>
          <a:prstGeom prst="rect">
            <a:avLst/>
          </a:prstGeom>
        </p:spPr>
      </p:pic>
      <p:pic>
        <p:nvPicPr>
          <p:cNvPr id="29" name="Picture 28">
            <a:extLst>
              <a:ext uri="{FF2B5EF4-FFF2-40B4-BE49-F238E27FC236}">
                <a16:creationId xmlns:a16="http://schemas.microsoft.com/office/drawing/2014/main" id="{963485ED-A8D7-2A87-4B30-B416D1975D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70385" y="1296955"/>
            <a:ext cx="7339541" cy="3405674"/>
          </a:xfrm>
          <a:prstGeom prst="rect">
            <a:avLst/>
          </a:prstGeom>
          <a:ln>
            <a:noFill/>
          </a:ln>
          <a:effectLst>
            <a:softEdge rad="112500"/>
          </a:effectLst>
        </p:spPr>
      </p:pic>
      <p:sp>
        <p:nvSpPr>
          <p:cNvPr id="3" name="TextBox 2">
            <a:extLst>
              <a:ext uri="{FF2B5EF4-FFF2-40B4-BE49-F238E27FC236}">
                <a16:creationId xmlns:a16="http://schemas.microsoft.com/office/drawing/2014/main" id="{35FF3E4C-1550-D6CF-6E2D-EEBBDE3C62E9}"/>
              </a:ext>
            </a:extLst>
          </p:cNvPr>
          <p:cNvSpPr txBox="1"/>
          <p:nvPr/>
        </p:nvSpPr>
        <p:spPr>
          <a:xfrm>
            <a:off x="911497" y="1635693"/>
            <a:ext cx="3396343" cy="2308324"/>
          </a:xfrm>
          <a:prstGeom prst="rect">
            <a:avLst/>
          </a:prstGeom>
          <a:noFill/>
          <a:ln>
            <a:solidFill>
              <a:schemeClr val="bg2"/>
            </a:solidFill>
          </a:ln>
        </p:spPr>
        <p:txBody>
          <a:bodyPr wrap="square" rtlCol="0" anchor="ctr" anchorCtr="1">
            <a:spAutoFit/>
          </a:bodyPr>
          <a:lstStyle/>
          <a:p>
            <a:pPr marL="342900" indent="-342900" algn="just">
              <a:buFont typeface="Arial" panose="020B0604020202020204" pitchFamily="34" charset="0"/>
              <a:buChar char="•"/>
            </a:pPr>
            <a:r>
              <a:rPr lang="en-IN" sz="2400" dirty="0"/>
              <a:t>Finally we are provide the vacant room and you click the room go to there won website and book now.</a:t>
            </a:r>
          </a:p>
        </p:txBody>
      </p:sp>
    </p:spTree>
    <p:extLst>
      <p:ext uri="{BB962C8B-B14F-4D97-AF65-F5344CB8AC3E}">
        <p14:creationId xmlns:p14="http://schemas.microsoft.com/office/powerpoint/2010/main" val="1298879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045812-DC7B-46DB-18F7-71C2C00013DC}"/>
              </a:ext>
            </a:extLst>
          </p:cNvPr>
          <p:cNvSpPr txBox="1"/>
          <p:nvPr/>
        </p:nvSpPr>
        <p:spPr>
          <a:xfrm>
            <a:off x="346724" y="1847328"/>
            <a:ext cx="11498551" cy="2646878"/>
          </a:xfrm>
          <a:prstGeom prst="rect">
            <a:avLst/>
          </a:prstGeom>
          <a:noFill/>
          <a:ln>
            <a:solidFill>
              <a:schemeClr val="bg2"/>
            </a:solidFill>
          </a:ln>
        </p:spPr>
        <p:txBody>
          <a:bodyPr wrap="square" rtlCol="0" anchor="ctr" anchorCtr="1">
            <a:spAutoFit/>
          </a:bodyPr>
          <a:lstStyle/>
          <a:p>
            <a:r>
              <a:rPr lang="en-IN" sz="16600" b="1" dirty="0">
                <a:latin typeface="Algerian" panose="04020705040A02060702" pitchFamily="82" charset="0"/>
              </a:rPr>
              <a:t>Thankyou</a:t>
            </a:r>
          </a:p>
        </p:txBody>
      </p:sp>
    </p:spTree>
    <p:extLst>
      <p:ext uri="{BB962C8B-B14F-4D97-AF65-F5344CB8AC3E}">
        <p14:creationId xmlns:p14="http://schemas.microsoft.com/office/powerpoint/2010/main" val="3556569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sland design templat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Arial">
      <a:maj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Island design slides.potx" id="{5D7C5807-6DD8-49ED-901B-9094A9BD792B}" vid="{EDDDA1B0-F8E2-4B33-B027-7D47A75ECBBC}"/>
    </a:ext>
  </a:extLst>
</a:theme>
</file>

<file path=ppt/theme/theme2.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Arial">
      <a:maj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Arial">
      <a:maj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Island design slides</Template>
  <TotalTime>4619</TotalTime>
  <Words>350</Words>
  <Application>Microsoft Office PowerPoint</Application>
  <PresentationFormat>Widescreen</PresentationFormat>
  <Paragraphs>34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Algerian</vt:lpstr>
      <vt:lpstr>Arial</vt:lpstr>
      <vt:lpstr>Arial Black</vt:lpstr>
      <vt:lpstr>Wingdings</vt:lpstr>
      <vt:lpstr>Island design template</vt:lpstr>
      <vt:lpstr>IBM PBEL 2.0</vt:lpstr>
      <vt:lpstr>Introduction </vt:lpstr>
      <vt:lpstr>Login page</vt:lpstr>
      <vt:lpstr>FACE AUTHENTICATION</vt:lpstr>
      <vt:lpstr>HOME PAGE</vt:lpstr>
      <vt:lpstr>Dashboard </vt:lpstr>
      <vt:lpstr>HOTEL BOOKING</vt:lpstr>
      <vt:lpstr>COST EFICIENCNCY</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 kumar</dc:creator>
  <cp:lastModifiedBy>vinay kumar</cp:lastModifiedBy>
  <cp:revision>2</cp:revision>
  <dcterms:created xsi:type="dcterms:W3CDTF">2026-03-05T07:06:20Z</dcterms:created>
  <dcterms:modified xsi:type="dcterms:W3CDTF">2026-03-23T17:02:40Z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